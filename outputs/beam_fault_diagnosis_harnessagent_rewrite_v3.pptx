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9549053c14348" /><Relationship Type="http://schemas.openxmlformats.org/officeDocument/2006/relationships/extended-properties" Target="/docProps/app.xml" Id="R4069833a79f6480f" /><Relationship Type="http://schemas.openxmlformats.org/officeDocument/2006/relationships/officeDocument" Target="/ppt/presentation.xml" Id="R57d032d96b4d47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6aa36baf0e4674"/>
  </p:sldMasterIdLst>
  <p:notesMasterIdLst>
    <p:notesMasterId xmlns:r="http://schemas.openxmlformats.org/officeDocument/2006/relationships" r:id="R7858c595a7c04aff"/>
  </p:notesMasterIdLst>
  <p:sldIdLst>
    <p:sldId xmlns:r="http://schemas.openxmlformats.org/officeDocument/2006/relationships" id="256" r:id="Rf3280f950ce043bb"/>
    <p:sldId xmlns:r="http://schemas.openxmlformats.org/officeDocument/2006/relationships" id="257" r:id="Red94ff7fa3e54d22"/>
    <p:sldId xmlns:r="http://schemas.openxmlformats.org/officeDocument/2006/relationships" id="258" r:id="R2b5802de4f8149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3fcbc13e874b7f" /><Relationship Type="http://schemas.openxmlformats.org/officeDocument/2006/relationships/slideMaster" Target="/ppt/slideMasters/slideMaster1.xml" Id="R1a6aa36baf0e4674" /><Relationship Type="http://schemas.openxmlformats.org/officeDocument/2006/relationships/notesMaster" Target="/ppt/notesMasters/notesMaster1.xml" Id="R7858c595a7c04aff" /><Relationship Type="http://schemas.openxmlformats.org/officeDocument/2006/relationships/presProps" Target="/ppt/presProps.xml" Id="R4b429ad086db44fa" /><Relationship Type="http://schemas.openxmlformats.org/officeDocument/2006/relationships/tableStyles" Target="/ppt/tableStyles.xml" Id="Re6a20997860b4197" /><Relationship Type="http://schemas.openxmlformats.org/officeDocument/2006/relationships/slide" Target="/ppt/slides/slide1.xml" Id="Rf3280f950ce043bb" /><Relationship Type="http://schemas.openxmlformats.org/officeDocument/2006/relationships/slide" Target="/ppt/slides/slide2.xml" Id="Red94ff7fa3e54d22" /><Relationship Type="http://schemas.openxmlformats.org/officeDocument/2006/relationships/slide" Target="/ppt/slides/slide3.xml" Id="R2b5802de4f81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85794629b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9cd322335b4ed4" /><Relationship Type="http://schemas.openxmlformats.org/officeDocument/2006/relationships/notesMaster" Target="/ppt/notesMasters/notesMaster1.xml" Id="Rc2b9f52dbf3e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96fddb4f40496e" /><Relationship Type="http://schemas.openxmlformats.org/officeDocument/2006/relationships/notesMaster" Target="/ppt/notesMasters/notesMaster1.xml" Id="R55a083055ac548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7753b13eb4be3" /><Relationship Type="http://schemas.openxmlformats.org/officeDocument/2006/relationships/notesMaster" Target="/ppt/notesMasters/notesMaster1.xml" Id="R76404e18f38b4b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6eb536a3540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5567a509f4ade" /><Relationship Type="http://schemas.openxmlformats.org/officeDocument/2006/relationships/slideLayout" Target="/ppt/slideLayouts/slideLayout1.xml" Id="Rf3626e72a4b6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626e72a4b6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091d2f5754853" /><Relationship Type="http://schemas.openxmlformats.org/officeDocument/2006/relationships/notesSlide" Target="/ppt/notesSlides/notesSlide1.xml" Id="R3adf1e225e0a49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2217c763b4ce8" /><Relationship Type="http://schemas.openxmlformats.org/officeDocument/2006/relationships/notesSlide" Target="/ppt/notesSlides/notesSlide2.xml" Id="R66441650bf1f41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9cb99b4df43e4" /><Relationship Type="http://schemas.openxmlformats.org/officeDocument/2006/relationships/notesSlide" Target="/ppt/notesSlides/notesSlide3.xml" Id="R5293d25eeb9240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write-slide1-title">
            <a:extLst xmlns:a="http://schemas.openxmlformats.org/drawingml/2006/main">
              <a:ext uri="{FF2B5EF4-FFF2-40B4-BE49-F238E27FC236}">
                <a16:creationId xmlns:a16="http://schemas.microsoft.com/office/drawing/2014/main" id="{80A1B8C6-CC14-49FA-8364-4620F78E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 把一次诊断组织成可解释的闭环</a:t>
            </a:r>
          </a:p>
        </p:txBody>
      </p:sp>
      <p:sp>
        <p:nvSpPr>
          <p:cNvPr id="2" name="rewrite-slide1-subtitle">
            <a:extLst xmlns:a="http://schemas.openxmlformats.org/drawingml/2006/main">
              <a:ext uri="{FF2B5EF4-FFF2-40B4-BE49-F238E27FC236}">
                <a16:creationId xmlns:a16="http://schemas.microsoft.com/office/drawing/2014/main" id="{C64F3184-B655-4114-A12F-0EB293A8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它不是单一模型，而是连接诊断任务、专业能力、事实证据和最终结论的运行框架。</a:t>
            </a:r>
          </a:p>
        </p:txBody>
      </p:sp>
      <p:sp>
        <p:nvSpPr>
          <p:cNvPr id="3" name="rewrite-slide1-left-panel">
            <a:extLst xmlns:a="http://schemas.openxmlformats.org/drawingml/2006/main">
              <a:ext uri="{FF2B5EF4-FFF2-40B4-BE49-F238E27FC236}">
                <a16:creationId xmlns:a16="http://schemas.microsoft.com/office/drawing/2014/main" id="{D55A5609-A06C-4CB6-ABE1-2BB67F63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7813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4" name="rewrite-slide1-left-title">
            <a:extLst xmlns:a="http://schemas.openxmlformats.org/drawingml/2006/main">
              <a:ext uri="{FF2B5EF4-FFF2-40B4-BE49-F238E27FC236}">
                <a16:creationId xmlns:a16="http://schemas.microsoft.com/office/drawing/2014/main" id="{9D972F61-3D19-4816-BF43-4571ECFB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1544300" cy="481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</a:t>
            </a:r>
          </a:p>
        </p:txBody>
      </p:sp>
      <p:sp>
        <p:nvSpPr>
          <p:cNvPr id="5" name="rewrite-slide1-left-summary">
            <a:extLst xmlns:a="http://schemas.openxmlformats.org/drawingml/2006/main">
              <a:ext uri="{FF2B5EF4-FFF2-40B4-BE49-F238E27FC236}">
                <a16:creationId xmlns:a16="http://schemas.microsoft.com/office/drawing/2014/main" id="{B1353242-21B4-4CC9-993D-7B9DB26E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15443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负责把诊断任务
持续推进，直到形成
可复查的结论。</a:t>
            </a:r>
          </a:p>
        </p:txBody>
      </p:sp>
      <p:sp>
        <p:nvSpPr>
          <p:cNvPr id="6" name="rewrite-slide1-left-io">
            <a:extLst xmlns:a="http://schemas.openxmlformats.org/drawingml/2006/main">
              <a:ext uri="{FF2B5EF4-FFF2-40B4-BE49-F238E27FC236}">
                <a16:creationId xmlns:a16="http://schemas.microsoft.com/office/drawing/2014/main" id="{03E06035-5DD4-4EC5-B78F-D1755E2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15443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
对话问题 / 自动触发
输出
证据化结论 / 处置建议</a:t>
            </a:r>
          </a:p>
        </p:txBody>
      </p:sp>
      <p:sp>
        <p:nvSpPr>
          <p:cNvPr id="7" name="rewrite-slide1-process-line">
            <a:extLst xmlns:a="http://schemas.openxmlformats.org/drawingml/2006/main">
              <a:ext uri="{FF2B5EF4-FFF2-40B4-BE49-F238E27FC236}">
                <a16:creationId xmlns:a16="http://schemas.microsoft.com/office/drawing/2014/main" id="{AC27B999-A33B-4031-AD31-CD95AAB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718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rewrite-slide1-loop-label">
            <a:extLst xmlns:a="http://schemas.openxmlformats.org/drawingml/2006/main">
              <a:ext uri="{FF2B5EF4-FFF2-40B4-BE49-F238E27FC236}">
                <a16:creationId xmlns:a16="http://schemas.microsoft.com/office/drawing/2014/main" id="{1916CA0C-D1A8-49CC-8277-FB9B302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57375"/>
            <a:ext cx="8553450" cy="500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 的诊断循环</a:t>
            </a:r>
          </a:p>
        </p:txBody>
      </p:sp>
      <p:sp>
        <p:nvSpPr>
          <p:cNvPr id="9" name="rewrite-slide1-loop-note">
            <a:extLst xmlns:a="http://schemas.openxmlformats.org/drawingml/2006/main">
              <a:ext uri="{FF2B5EF4-FFF2-40B4-BE49-F238E27FC236}">
                <a16:creationId xmlns:a16="http://schemas.microsoft.com/office/drawing/2014/main" id="{B1194894-8AAA-4E95-984E-F2E2474C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8553450" cy="46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证据不足时继续下一轮；证据充分时进入总结</a:t>
            </a:r>
          </a:p>
        </p:txBody>
      </p:sp>
      <p:sp>
        <p:nvSpPr>
          <p:cNvPr id="10" name="rewrite-slide1-node-1">
            <a:extLst xmlns:a="http://schemas.openxmlformats.org/drawingml/2006/main">
              <a:ext uri="{FF2B5EF4-FFF2-40B4-BE49-F238E27FC236}">
                <a16:creationId xmlns:a16="http://schemas.microsoft.com/office/drawing/2014/main" id="{426A719A-2DB9-4B6C-A908-B7752DD5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write-slide1-number-1">
            <a:extLst xmlns:a="http://schemas.openxmlformats.org/drawingml/2006/main">
              <a:ext uri="{FF2B5EF4-FFF2-40B4-BE49-F238E27FC236}">
                <a16:creationId xmlns:a16="http://schemas.microsoft.com/office/drawing/2014/main" id="{4EB6F6A1-D28C-4CAA-9DDF-93ACF9F1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62250"/>
            <a:ext cx="836295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rewrite-slide1-step-title-1">
            <a:extLst xmlns:a="http://schemas.openxmlformats.org/drawingml/2006/main">
              <a:ext uri="{FF2B5EF4-FFF2-40B4-BE49-F238E27FC236}">
                <a16:creationId xmlns:a16="http://schemas.microsoft.com/office/drawing/2014/main" id="{725DD179-5DD6-4130-8132-7171061D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855345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理解任务</a:t>
            </a:r>
          </a:p>
        </p:txBody>
      </p:sp>
      <p:sp>
        <p:nvSpPr>
          <p:cNvPr id="13" name="rewrite-slide1-step-body-1">
            <a:extLst xmlns:a="http://schemas.openxmlformats.org/drawingml/2006/main">
              <a:ext uri="{FF2B5EF4-FFF2-40B4-BE49-F238E27FC236}">
                <a16:creationId xmlns:a16="http://schemas.microsoft.com/office/drawing/2014/main" id="{241FD07B-3B85-41E0-83E8-C6CA6DB8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8553450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识别诊断对象
明确时间范围
理解关注问题</a:t>
            </a:r>
          </a:p>
        </p:txBody>
      </p:sp>
      <p:sp>
        <p:nvSpPr>
          <p:cNvPr id="14" name="rewrite-slide1-node-2">
            <a:extLst xmlns:a="http://schemas.openxmlformats.org/drawingml/2006/main">
              <a:ext uri="{FF2B5EF4-FFF2-40B4-BE49-F238E27FC236}">
                <a16:creationId xmlns:a16="http://schemas.microsoft.com/office/drawing/2014/main" id="{55F62F26-6173-4AF8-8B47-D7862F33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write-slide1-number-2">
            <a:extLst xmlns:a="http://schemas.openxmlformats.org/drawingml/2006/main">
              <a:ext uri="{FF2B5EF4-FFF2-40B4-BE49-F238E27FC236}">
                <a16:creationId xmlns:a16="http://schemas.microsoft.com/office/drawing/2014/main" id="{E453065D-BB2D-4CE6-8266-0EC06410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62250"/>
            <a:ext cx="6486525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6" name="rewrite-slide1-step-title-2">
            <a:extLst xmlns:a="http://schemas.openxmlformats.org/drawingml/2006/main">
              <a:ext uri="{FF2B5EF4-FFF2-40B4-BE49-F238E27FC236}">
                <a16:creationId xmlns:a16="http://schemas.microsoft.com/office/drawing/2014/main" id="{95F31D71-9126-49A9-81F1-5720532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476625"/>
            <a:ext cx="6677025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选择能力</a:t>
            </a:r>
          </a:p>
        </p:txBody>
      </p:sp>
      <p:sp>
        <p:nvSpPr>
          <p:cNvPr id="17" name="rewrite-slide1-step-body-2">
            <a:extLst xmlns:a="http://schemas.openxmlformats.org/drawingml/2006/main">
              <a:ext uri="{FF2B5EF4-FFF2-40B4-BE49-F238E27FC236}">
                <a16:creationId xmlns:a16="http://schemas.microsoft.com/office/drawing/2014/main" id="{5326F31E-426D-4077-848D-2822FB6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14775"/>
            <a:ext cx="6677025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依据已有信息
选择合适的
诊断 Skill</a:t>
            </a:r>
          </a:p>
        </p:txBody>
      </p:sp>
      <p:sp>
        <p:nvSpPr>
          <p:cNvPr id="18" name="rewrite-slide1-node-3">
            <a:extLst xmlns:a="http://schemas.openxmlformats.org/drawingml/2006/main">
              <a:ext uri="{FF2B5EF4-FFF2-40B4-BE49-F238E27FC236}">
                <a16:creationId xmlns:a16="http://schemas.microsoft.com/office/drawing/2014/main" id="{B71BB1AA-7D2E-4A50-BBFD-150DDD1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rewrite-slide1-number-3">
            <a:extLst xmlns:a="http://schemas.openxmlformats.org/drawingml/2006/main">
              <a:ext uri="{FF2B5EF4-FFF2-40B4-BE49-F238E27FC236}">
                <a16:creationId xmlns:a16="http://schemas.microsoft.com/office/drawing/2014/main" id="{BE08EB87-2574-49AF-A99F-5087DDBB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46101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rewrite-slide1-step-title-3">
            <a:extLst xmlns:a="http://schemas.openxmlformats.org/drawingml/2006/main">
              <a:ext uri="{FF2B5EF4-FFF2-40B4-BE49-F238E27FC236}">
                <a16:creationId xmlns:a16="http://schemas.microsoft.com/office/drawing/2014/main" id="{5ECF7773-8AE3-45B8-8ECC-AA6505DD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6625"/>
            <a:ext cx="48006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获取证据</a:t>
            </a:r>
          </a:p>
        </p:txBody>
      </p:sp>
      <p:sp>
        <p:nvSpPr>
          <p:cNvPr id="21" name="rewrite-slide1-step-body-3">
            <a:extLst xmlns:a="http://schemas.openxmlformats.org/drawingml/2006/main">
              <a:ext uri="{FF2B5EF4-FFF2-40B4-BE49-F238E27FC236}">
                <a16:creationId xmlns:a16="http://schemas.microsoft.com/office/drawing/2014/main" id="{DFEEB6AC-1890-4088-9505-B4F4FCAB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14775"/>
            <a:ext cx="4800600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查询只读数据
执行规则分析
形成事实依据</a:t>
            </a:r>
          </a:p>
        </p:txBody>
      </p:sp>
      <p:sp>
        <p:nvSpPr>
          <p:cNvPr id="22" name="rewrite-slide1-node-4">
            <a:extLst xmlns:a="http://schemas.openxmlformats.org/drawingml/2006/main">
              <a:ext uri="{FF2B5EF4-FFF2-40B4-BE49-F238E27FC236}">
                <a16:creationId xmlns:a16="http://schemas.microsoft.com/office/drawing/2014/main" id="{104C1247-FC6E-4F27-8F7B-8AB2E60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rewrite-slide1-number-4">
            <a:extLst xmlns:a="http://schemas.openxmlformats.org/drawingml/2006/main">
              <a:ext uri="{FF2B5EF4-FFF2-40B4-BE49-F238E27FC236}">
                <a16:creationId xmlns:a16="http://schemas.microsoft.com/office/drawing/2014/main" id="{41BE7B38-1ACA-4C16-9727-4C7C97B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62250"/>
            <a:ext cx="2733675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4" name="rewrite-slide1-step-title-4">
            <a:extLst xmlns:a="http://schemas.openxmlformats.org/drawingml/2006/main">
              <a:ext uri="{FF2B5EF4-FFF2-40B4-BE49-F238E27FC236}">
                <a16:creationId xmlns:a16="http://schemas.microsoft.com/office/drawing/2014/main" id="{7E2B3C56-272D-4C4D-9D6C-0969B02B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2924175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形成结论</a:t>
            </a:r>
          </a:p>
        </p:txBody>
      </p:sp>
      <p:sp>
        <p:nvSpPr>
          <p:cNvPr id="25" name="rewrite-slide1-step-body-4">
            <a:extLst xmlns:a="http://schemas.openxmlformats.org/drawingml/2006/main">
              <a:ext uri="{FF2B5EF4-FFF2-40B4-BE49-F238E27FC236}">
                <a16:creationId xmlns:a16="http://schemas.microsoft.com/office/drawing/2014/main" id="{198A1812-5D2E-4AB8-B5CF-CF0041F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914775"/>
            <a:ext cx="2924175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汇总候选原因
给出置信判断
提出下一步建议</a:t>
            </a:r>
          </a:p>
        </p:txBody>
      </p:sp>
      <p:sp>
        <p:nvSpPr>
          <p:cNvPr id="26" name="rewrite-slide1-bottom-band">
            <a:extLst xmlns:a="http://schemas.openxmlformats.org/drawingml/2006/main">
              <a:ext uri="{FF2B5EF4-FFF2-40B4-BE49-F238E27FC236}">
                <a16:creationId xmlns:a16="http://schemas.microsoft.com/office/drawing/2014/main" id="{25A3AE9D-7773-4034-A6CB-3AD5E92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27" name="rewrite-slide1-bottom-text">
            <a:extLst xmlns:a="http://schemas.openxmlformats.org/drawingml/2006/main">
              <a:ext uri="{FF2B5EF4-FFF2-40B4-BE49-F238E27FC236}">
                <a16:creationId xmlns:a16="http://schemas.microsoft.com/office/drawing/2014/main" id="{4A8F4DE5-9742-4906-9A03-FF2E5F2D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15443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核心分工：LLM 负责规划与解释｜Skill 负责专业判断｜工具提供事实数据｜Harness 保存完整过程</a:t>
            </a:r>
          </a:p>
        </p:txBody>
      </p:sp>
      <p:sp>
        <p:nvSpPr>
          <p:cNvPr id="28" name="page-1">
            <a:extLst xmlns:a="http://schemas.openxmlformats.org/drawingml/2006/main">
              <a:ext uri="{FF2B5EF4-FFF2-40B4-BE49-F238E27FC236}">
                <a16:creationId xmlns:a16="http://schemas.microsoft.com/office/drawing/2014/main" id="{764EB359-F9A2-478E-B589-E449C0F0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2487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write-slide2-title">
            <a:extLst xmlns:a="http://schemas.openxmlformats.org/drawingml/2006/main">
              <a:ext uri="{FF2B5EF4-FFF2-40B4-BE49-F238E27FC236}">
                <a16:creationId xmlns:a16="http://schemas.microsoft.com/office/drawing/2014/main" id="{70564C2F-ABE0-4134-ADC5-D8447364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两种诊断方式服务不同场景，共享同一证据体系</a:t>
            </a:r>
          </a:p>
        </p:txBody>
      </p:sp>
      <p:sp>
        <p:nvSpPr>
          <p:cNvPr id="2" name="rewrite-slide2-subtitle">
            <a:extLst xmlns:a="http://schemas.openxmlformats.org/drawingml/2006/main">
              <a:ext uri="{FF2B5EF4-FFF2-40B4-BE49-F238E27FC236}">
                <a16:creationId xmlns:a16="http://schemas.microsoft.com/office/drawing/2014/main" id="{126AE47D-5F6F-4FEB-943E-E1B984D6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自动诊断追求持续、稳定和低成本；对话诊断解决临时、复杂并需要追问的问题。</a:t>
            </a:r>
          </a:p>
        </p:txBody>
      </p:sp>
      <p:sp>
        <p:nvSpPr>
          <p:cNvPr id="3" name="rewrite-slide2-divider">
            <a:extLst xmlns:a="http://schemas.openxmlformats.org/drawingml/2006/main">
              <a:ext uri="{FF2B5EF4-FFF2-40B4-BE49-F238E27FC236}">
                <a16:creationId xmlns:a16="http://schemas.microsoft.com/office/drawing/2014/main" id="{3489399E-C231-4F06-99A8-FB926B67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24025"/>
            <a:ext cx="190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rewrite-slide2-auto-title">
            <a:extLst xmlns:a="http://schemas.openxmlformats.org/drawingml/2006/main">
              <a:ext uri="{FF2B5EF4-FFF2-40B4-BE49-F238E27FC236}">
                <a16:creationId xmlns:a16="http://schemas.microsoft.com/office/drawing/2014/main" id="{2690DDBB-15CE-4480-9000-92A435D5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639550" cy="510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自动诊断</a:t>
            </a:r>
          </a:p>
        </p:txBody>
      </p:sp>
      <p:sp>
        <p:nvSpPr>
          <p:cNvPr id="5" name="rewrite-slide2-auto-tagline">
            <a:extLst xmlns:a="http://schemas.openxmlformats.org/drawingml/2006/main">
              <a:ext uri="{FF2B5EF4-FFF2-40B4-BE49-F238E27FC236}">
                <a16:creationId xmlns:a16="http://schemas.microsoft.com/office/drawing/2014/main" id="{F263CC46-F172-4E9F-BCB5-FF578FD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63955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稳定运行优先</a:t>
            </a:r>
          </a:p>
        </p:txBody>
      </p:sp>
      <p:sp>
        <p:nvSpPr>
          <p:cNvPr id="6" name="rewrite-slide2-chat-title">
            <a:extLst xmlns:a="http://schemas.openxmlformats.org/drawingml/2006/main">
              <a:ext uri="{FF2B5EF4-FFF2-40B4-BE49-F238E27FC236}">
                <a16:creationId xmlns:a16="http://schemas.microsoft.com/office/drawing/2014/main" id="{1D9F29FF-ADB6-43B0-9A8B-4DFB7F9B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5695950" cy="510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对话诊断</a:t>
            </a:r>
          </a:p>
        </p:txBody>
      </p:sp>
      <p:sp>
        <p:nvSpPr>
          <p:cNvPr id="7" name="rewrite-slide2-chat-tagline">
            <a:extLst xmlns:a="http://schemas.openxmlformats.org/drawingml/2006/main">
              <a:ext uri="{FF2B5EF4-FFF2-40B4-BE49-F238E27FC236}">
                <a16:creationId xmlns:a16="http://schemas.microsoft.com/office/drawing/2014/main" id="{8F41F3F9-D174-4D52-A59B-522CACD6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569595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灵活分析优先</a:t>
            </a:r>
          </a:p>
        </p:txBody>
      </p:sp>
      <p:sp>
        <p:nvSpPr>
          <p:cNvPr id="8" name="rewrite-slide2-auto-circle-1">
            <a:extLst xmlns:a="http://schemas.openxmlformats.org/drawingml/2006/main">
              <a:ext uri="{FF2B5EF4-FFF2-40B4-BE49-F238E27FC236}">
                <a16:creationId xmlns:a16="http://schemas.microsoft.com/office/drawing/2014/main" id="{43BE6F94-50D4-4CED-A681-43C369FA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rewrite-slide2-auto-number-1">
            <a:extLst xmlns:a="http://schemas.openxmlformats.org/drawingml/2006/main">
              <a:ext uri="{FF2B5EF4-FFF2-40B4-BE49-F238E27FC236}">
                <a16:creationId xmlns:a16="http://schemas.microsoft.com/office/drawing/2014/main" id="{DE4B5BC7-DF2A-4CE8-BB6E-0D866446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11496675" cy="404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0" name="rewrite-slide2-auto-step-1">
            <a:extLst xmlns:a="http://schemas.openxmlformats.org/drawingml/2006/main">
              <a:ext uri="{FF2B5EF4-FFF2-40B4-BE49-F238E27FC236}">
                <a16:creationId xmlns:a16="http://schemas.microsoft.com/office/drawing/2014/main" id="{0C0CAC23-97C3-4842-966F-6E89F52C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110871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定时检查连续时间窗</a:t>
            </a:r>
          </a:p>
        </p:txBody>
      </p:sp>
      <p:sp>
        <p:nvSpPr>
          <p:cNvPr id="11" name="rewrite-slide2-chat-circle-1">
            <a:extLst xmlns:a="http://schemas.openxmlformats.org/drawingml/2006/main">
              <a:ext uri="{FF2B5EF4-FFF2-40B4-BE49-F238E27FC236}">
                <a16:creationId xmlns:a16="http://schemas.microsoft.com/office/drawing/2014/main" id="{45A2399A-5AB2-41AD-8258-B3A1C89A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rewrite-slide2-chat-number-1">
            <a:extLst xmlns:a="http://schemas.openxmlformats.org/drawingml/2006/main">
              <a:ext uri="{FF2B5EF4-FFF2-40B4-BE49-F238E27FC236}">
                <a16:creationId xmlns:a16="http://schemas.microsoft.com/office/drawing/2014/main" id="{4614E85E-36CC-4BA7-B1DE-B00E6B9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09875"/>
            <a:ext cx="5553075" cy="404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3" name="rewrite-slide2-chat-step-1">
            <a:extLst xmlns:a="http://schemas.openxmlformats.org/drawingml/2006/main">
              <a:ext uri="{FF2B5EF4-FFF2-40B4-BE49-F238E27FC236}">
                <a16:creationId xmlns:a16="http://schemas.microsoft.com/office/drawing/2014/main" id="{5968B566-FC04-4FF1-8AE6-193529CF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51435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运维人员描述现象和时间范围</a:t>
            </a:r>
          </a:p>
        </p:txBody>
      </p:sp>
      <p:sp>
        <p:nvSpPr>
          <p:cNvPr id="14" name="rewrite-slide2-auto-circle-2">
            <a:extLst xmlns:a="http://schemas.openxmlformats.org/drawingml/2006/main">
              <a:ext uri="{FF2B5EF4-FFF2-40B4-BE49-F238E27FC236}">
                <a16:creationId xmlns:a16="http://schemas.microsoft.com/office/drawing/2014/main" id="{7113584E-AA38-4401-A5F8-B6ED5465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rewrite-slide2-auto-number-2">
            <a:extLst xmlns:a="http://schemas.openxmlformats.org/drawingml/2006/main">
              <a:ext uri="{FF2B5EF4-FFF2-40B4-BE49-F238E27FC236}">
                <a16:creationId xmlns:a16="http://schemas.microsoft.com/office/drawing/2014/main" id="{FE50BB77-9C9C-460F-8DDF-4B5FD5AE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11496675" cy="346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6" name="rewrite-slide2-auto-step-2">
            <a:extLst xmlns:a="http://schemas.openxmlformats.org/drawingml/2006/main">
              <a:ext uri="{FF2B5EF4-FFF2-40B4-BE49-F238E27FC236}">
                <a16:creationId xmlns:a16="http://schemas.microsoft.com/office/drawing/2014/main" id="{1DBF893A-61AE-4ACF-B7A1-7B9AA2DE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11087100" cy="3514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规则识别掉束、衰减或恒流中断</a:t>
            </a:r>
          </a:p>
        </p:txBody>
      </p:sp>
      <p:sp>
        <p:nvSpPr>
          <p:cNvPr id="17" name="rewrite-slide2-chat-circle-2">
            <a:extLst xmlns:a="http://schemas.openxmlformats.org/drawingml/2006/main">
              <a:ext uri="{FF2B5EF4-FFF2-40B4-BE49-F238E27FC236}">
                <a16:creationId xmlns:a16="http://schemas.microsoft.com/office/drawing/2014/main" id="{EA3B94B2-F5BD-4E09-818B-FADD490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05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rewrite-slide2-chat-number-2">
            <a:extLst xmlns:a="http://schemas.openxmlformats.org/drawingml/2006/main">
              <a:ext uri="{FF2B5EF4-FFF2-40B4-BE49-F238E27FC236}">
                <a16:creationId xmlns:a16="http://schemas.microsoft.com/office/drawing/2014/main" id="{C8004524-9DE8-4278-893B-8C0F0068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90900"/>
            <a:ext cx="5553075" cy="346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9" name="rewrite-slide2-chat-step-2">
            <a:extLst xmlns:a="http://schemas.openxmlformats.org/drawingml/2006/main">
              <a:ext uri="{FF2B5EF4-FFF2-40B4-BE49-F238E27FC236}">
                <a16:creationId xmlns:a16="http://schemas.microsoft.com/office/drawing/2014/main" id="{103170BC-5E45-45E9-B3E3-49D32E06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5143500" cy="3514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 理解意图并选择 Skill</a:t>
            </a:r>
          </a:p>
        </p:txBody>
      </p:sp>
      <p:sp>
        <p:nvSpPr>
          <p:cNvPr id="20" name="rewrite-slide2-auto-circle-3">
            <a:extLst xmlns:a="http://schemas.openxmlformats.org/drawingml/2006/main">
              <a:ext uri="{FF2B5EF4-FFF2-40B4-BE49-F238E27FC236}">
                <a16:creationId xmlns:a16="http://schemas.microsoft.com/office/drawing/2014/main" id="{00F1154A-85B3-4B5A-B548-4FC4E3CF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rewrite-slide2-auto-number-3">
            <a:extLst xmlns:a="http://schemas.openxmlformats.org/drawingml/2006/main">
              <a:ext uri="{FF2B5EF4-FFF2-40B4-BE49-F238E27FC236}">
                <a16:creationId xmlns:a16="http://schemas.microsoft.com/office/drawing/2014/main" id="{A2204523-20DE-428B-9A6E-DDBA9CA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71925"/>
            <a:ext cx="11496675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2" name="rewrite-slide2-auto-step-3">
            <a:extLst xmlns:a="http://schemas.openxmlformats.org/drawingml/2006/main">
              <a:ext uri="{FF2B5EF4-FFF2-40B4-BE49-F238E27FC236}">
                <a16:creationId xmlns:a16="http://schemas.microsoft.com/office/drawing/2014/main" id="{9AF21B76-4824-4082-9F5B-E602BEED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11087100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合并同一事件并持续判断恢复</a:t>
            </a:r>
          </a:p>
        </p:txBody>
      </p:sp>
      <p:sp>
        <p:nvSpPr>
          <p:cNvPr id="23" name="rewrite-slide2-chat-circle-3">
            <a:extLst xmlns:a="http://schemas.openxmlformats.org/drawingml/2006/main">
              <a:ext uri="{FF2B5EF4-FFF2-40B4-BE49-F238E27FC236}">
                <a16:creationId xmlns:a16="http://schemas.microsoft.com/office/drawing/2014/main" id="{A935C70F-EF30-4BA8-A7C8-1B546BBA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rewrite-slide2-chat-number-3">
            <a:extLst xmlns:a="http://schemas.openxmlformats.org/drawingml/2006/main">
              <a:ext uri="{FF2B5EF4-FFF2-40B4-BE49-F238E27FC236}">
                <a16:creationId xmlns:a16="http://schemas.microsoft.com/office/drawing/2014/main" id="{E82CACD7-C3C5-4F8D-89D4-5B4B892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1925"/>
            <a:ext cx="5553075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5" name="rewrite-slide2-chat-step-3">
            <a:extLst xmlns:a="http://schemas.openxmlformats.org/drawingml/2006/main">
              <a:ext uri="{FF2B5EF4-FFF2-40B4-BE49-F238E27FC236}">
                <a16:creationId xmlns:a16="http://schemas.microsoft.com/office/drawing/2014/main" id="{9DA5BA42-6E76-4A9F-B3C9-0EDEA72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5143500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根据返回证据继续追查或结束</a:t>
            </a:r>
          </a:p>
        </p:txBody>
      </p:sp>
      <p:sp>
        <p:nvSpPr>
          <p:cNvPr id="26" name="rewrite-slide2-auto-circle-4">
            <a:extLst xmlns:a="http://schemas.openxmlformats.org/drawingml/2006/main">
              <a:ext uri="{FF2B5EF4-FFF2-40B4-BE49-F238E27FC236}">
                <a16:creationId xmlns:a16="http://schemas.microsoft.com/office/drawing/2014/main" id="{3CDEAD75-594E-4D6B-9472-DB9E060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rewrite-slide2-auto-number-4">
            <a:extLst xmlns:a="http://schemas.openxmlformats.org/drawingml/2006/main">
              <a:ext uri="{FF2B5EF4-FFF2-40B4-BE49-F238E27FC236}">
                <a16:creationId xmlns:a16="http://schemas.microsoft.com/office/drawing/2014/main" id="{4EBD4DDC-3DD5-4098-A93F-616BAFFC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2950"/>
            <a:ext cx="11496675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8" name="rewrite-slide2-auto-step-4">
            <a:extLst xmlns:a="http://schemas.openxmlformats.org/drawingml/2006/main">
              <a:ext uri="{FF2B5EF4-FFF2-40B4-BE49-F238E27FC236}">
                <a16:creationId xmlns:a16="http://schemas.microsoft.com/office/drawing/2014/main" id="{93F9BEE4-027B-4385-88B3-8E8ADAB4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05325"/>
            <a:ext cx="11087100" cy="2352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生成报告，需要时发送通知</a:t>
            </a:r>
          </a:p>
        </p:txBody>
      </p:sp>
      <p:sp>
        <p:nvSpPr>
          <p:cNvPr id="29" name="rewrite-slide2-chat-circle-4">
            <a:extLst xmlns:a="http://schemas.openxmlformats.org/drawingml/2006/main">
              <a:ext uri="{FF2B5EF4-FFF2-40B4-BE49-F238E27FC236}">
                <a16:creationId xmlns:a16="http://schemas.microsoft.com/office/drawing/2014/main" id="{AA7A58CE-BB06-4A88-95E9-06B9F97C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67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rewrite-slide2-chat-number-4">
            <a:extLst xmlns:a="http://schemas.openxmlformats.org/drawingml/2006/main">
              <a:ext uri="{FF2B5EF4-FFF2-40B4-BE49-F238E27FC236}">
                <a16:creationId xmlns:a16="http://schemas.microsoft.com/office/drawing/2014/main" id="{EB5A24F5-1E0C-46C0-A4D5-64AB73E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5553075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31" name="rewrite-slide2-chat-step-4">
            <a:extLst xmlns:a="http://schemas.openxmlformats.org/drawingml/2006/main">
              <a:ext uri="{FF2B5EF4-FFF2-40B4-BE49-F238E27FC236}">
                <a16:creationId xmlns:a16="http://schemas.microsoft.com/office/drawing/2014/main" id="{A9B930EF-C6C8-4241-B830-C1B7E83C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05325"/>
            <a:ext cx="5143500" cy="2352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形成可追问的解释和处置建议</a:t>
            </a:r>
          </a:p>
        </p:txBody>
      </p:sp>
      <p:sp>
        <p:nvSpPr>
          <p:cNvPr id="32" name="rewrite-slide2-auto-value">
            <a:extLst xmlns:a="http://schemas.openxmlformats.org/drawingml/2006/main">
              <a:ext uri="{FF2B5EF4-FFF2-40B4-BE49-F238E27FC236}">
                <a16:creationId xmlns:a16="http://schemas.microsoft.com/office/drawing/2014/main" id="{31468E05-279E-4B56-BD2E-13A8FF5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11639550" cy="1838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优势：持续发现异常、执行稳定、无需等待人工提问</a:t>
            </a:r>
          </a:p>
        </p:txBody>
      </p:sp>
      <p:sp>
        <p:nvSpPr>
          <p:cNvPr id="33" name="rewrite-slide2-chat-value">
            <a:extLst xmlns:a="http://schemas.openxmlformats.org/drawingml/2006/main">
              <a:ext uri="{FF2B5EF4-FFF2-40B4-BE49-F238E27FC236}">
                <a16:creationId xmlns:a16="http://schemas.microsoft.com/office/drawing/2014/main" id="{A8020BED-8D19-4E2A-A58F-45DBC30A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9675"/>
            <a:ext cx="5695950" cy="1838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优势：适合复杂问题、支持多轮追问、解释更有针对性</a:t>
            </a:r>
          </a:p>
        </p:txBody>
      </p:sp>
      <p:sp>
        <p:nvSpPr>
          <p:cNvPr id="34" name="rewrite-slide2-shared-band">
            <a:extLst xmlns:a="http://schemas.openxmlformats.org/drawingml/2006/main">
              <a:ext uri="{FF2B5EF4-FFF2-40B4-BE49-F238E27FC236}">
                <a16:creationId xmlns:a16="http://schemas.microsoft.com/office/drawing/2014/main" id="{63118898-3AB6-4747-95B8-2F1ED069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5" name="rewrite-slide2-shared-text">
            <a:extLst xmlns:a="http://schemas.openxmlformats.org/drawingml/2006/main">
              <a:ext uri="{FF2B5EF4-FFF2-40B4-BE49-F238E27FC236}">
                <a16:creationId xmlns:a16="http://schemas.microsoft.com/office/drawing/2014/main" id="{A4E4C83D-A1EC-49E4-B850-7D77FAC4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154430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共同底座：共享诊断数据、规则和 Skill；统一输出 observation、evidence 与候选原因，并保留完整诊断记录</a:t>
            </a:r>
          </a:p>
        </p:txBody>
      </p:sp>
      <p:sp>
        <p:nvSpPr>
          <p:cNvPr id="36" name="page-2">
            <a:extLst xmlns:a="http://schemas.openxmlformats.org/drawingml/2006/main">
              <a:ext uri="{FF2B5EF4-FFF2-40B4-BE49-F238E27FC236}">
                <a16:creationId xmlns:a16="http://schemas.microsoft.com/office/drawing/2014/main" id="{1C846ABB-5A1B-4EE6-8F32-38E378B2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37126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write-slide3-title">
            <a:extLst xmlns:a="http://schemas.openxmlformats.org/drawingml/2006/main">
              <a:ext uri="{FF2B5EF4-FFF2-40B4-BE49-F238E27FC236}">
                <a16:creationId xmlns:a16="http://schemas.microsoft.com/office/drawing/2014/main" id="{D93FB6BD-AB3B-427C-8D91-A376709F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Skill 把诊断知识拆成可组合、可复用的能力单元</a:t>
            </a:r>
          </a:p>
        </p:txBody>
      </p:sp>
      <p:sp>
        <p:nvSpPr>
          <p:cNvPr id="2" name="rewrite-slide3-subtitle">
            <a:extLst xmlns:a="http://schemas.openxmlformats.org/drawingml/2006/main">
              <a:ext uri="{FF2B5EF4-FFF2-40B4-BE49-F238E27FC236}">
                <a16:creationId xmlns:a16="http://schemas.microsoft.com/office/drawing/2014/main" id="{6C17C72A-3406-469D-939A-3D423DB0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统一逻辑是：接收上下文 → 调用数据与规则 → 输出证据 → 建议下一步诊断。</a:t>
            </a:r>
          </a:p>
        </p:txBody>
      </p:sp>
      <p:sp>
        <p:nvSpPr>
          <p:cNvPr id="3" name="rewrite-slide3-logic-title">
            <a:extLst xmlns:a="http://schemas.openxmlformats.org/drawingml/2006/main">
              <a:ext uri="{FF2B5EF4-FFF2-40B4-BE49-F238E27FC236}">
                <a16:creationId xmlns:a16="http://schemas.microsoft.com/office/drawing/2014/main" id="{8B9CAA19-3875-4B36-B5A9-D791ECF6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79195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 Skill 都遵循同一诊断结构</a:t>
            </a:r>
          </a:p>
        </p:txBody>
      </p:sp>
      <p:sp>
        <p:nvSpPr>
          <p:cNvPr id="4" name="rewrite-slide3-logic-line">
            <a:extLst xmlns:a="http://schemas.openxmlformats.org/drawingml/2006/main">
              <a:ext uri="{FF2B5EF4-FFF2-40B4-BE49-F238E27FC236}">
                <a16:creationId xmlns:a16="http://schemas.microsoft.com/office/drawing/2014/main" id="{BF3E0B45-E5E6-44D1-87FD-0CFA75B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rewrite-slide3-logic-node-1">
            <a:extLst xmlns:a="http://schemas.openxmlformats.org/drawingml/2006/main">
              <a:ext uri="{FF2B5EF4-FFF2-40B4-BE49-F238E27FC236}">
                <a16:creationId xmlns:a16="http://schemas.microsoft.com/office/drawing/2014/main" id="{F04833EC-BC1C-4326-809A-28A04850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rewrite-slide3-logic-number-1">
            <a:extLst xmlns:a="http://schemas.openxmlformats.org/drawingml/2006/main">
              <a:ext uri="{FF2B5EF4-FFF2-40B4-BE49-F238E27FC236}">
                <a16:creationId xmlns:a16="http://schemas.microsoft.com/office/drawing/2014/main" id="{77BDE2A0-AB75-4CDE-B717-C4DEC4F4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114490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ewrite-slide3-logic-step-title-1">
            <a:extLst xmlns:a="http://schemas.openxmlformats.org/drawingml/2006/main">
              <a:ext uri="{FF2B5EF4-FFF2-40B4-BE49-F238E27FC236}">
                <a16:creationId xmlns:a16="http://schemas.microsoft.com/office/drawing/2014/main" id="{9C52218B-C5B4-4B88-AB34-CB6268D0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6395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接收上下文</a:t>
            </a:r>
          </a:p>
        </p:txBody>
      </p:sp>
      <p:sp>
        <p:nvSpPr>
          <p:cNvPr id="8" name="rewrite-slide3-logic-step-body-1">
            <a:extLst xmlns:a="http://schemas.openxmlformats.org/drawingml/2006/main">
              <a:ext uri="{FF2B5EF4-FFF2-40B4-BE49-F238E27FC236}">
                <a16:creationId xmlns:a16="http://schemas.microsoft.com/office/drawing/2014/main" id="{EA20BD5F-33E7-4505-B186-9CEFA5BB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14725"/>
            <a:ext cx="116395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时间范围与诊断对象
以及已有证据</a:t>
            </a:r>
          </a:p>
        </p:txBody>
      </p:sp>
      <p:sp>
        <p:nvSpPr>
          <p:cNvPr id="9" name="rewrite-slide3-logic-node-2">
            <a:extLst xmlns:a="http://schemas.openxmlformats.org/drawingml/2006/main">
              <a:ext uri="{FF2B5EF4-FFF2-40B4-BE49-F238E27FC236}">
                <a16:creationId xmlns:a16="http://schemas.microsoft.com/office/drawing/2014/main" id="{B0E11027-654D-418E-AAC8-18DD88D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rewrite-slide3-logic-number-2">
            <a:extLst xmlns:a="http://schemas.openxmlformats.org/drawingml/2006/main">
              <a:ext uri="{FF2B5EF4-FFF2-40B4-BE49-F238E27FC236}">
                <a16:creationId xmlns:a16="http://schemas.microsoft.com/office/drawing/2014/main" id="{95717E43-8983-4A91-A8AC-6CD2C41D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8667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rewrite-slide3-logic-step-title-2">
            <a:extLst xmlns:a="http://schemas.openxmlformats.org/drawingml/2006/main">
              <a:ext uri="{FF2B5EF4-FFF2-40B4-BE49-F238E27FC236}">
                <a16:creationId xmlns:a16="http://schemas.microsoft.com/office/drawing/2014/main" id="{786D6666-D0D0-4726-8BFC-8BA268FD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88582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调用能力</a:t>
            </a:r>
          </a:p>
        </p:txBody>
      </p:sp>
      <p:sp>
        <p:nvSpPr>
          <p:cNvPr id="12" name="rewrite-slide3-logic-step-body-2">
            <a:extLst xmlns:a="http://schemas.openxmlformats.org/drawingml/2006/main">
              <a:ext uri="{FF2B5EF4-FFF2-40B4-BE49-F238E27FC236}">
                <a16:creationId xmlns:a16="http://schemas.microsoft.com/office/drawing/2014/main" id="{D71729C7-A849-46DA-9323-FA16A44F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88582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查询只读数据
执行领域规则与特征分析</a:t>
            </a:r>
          </a:p>
        </p:txBody>
      </p:sp>
      <p:sp>
        <p:nvSpPr>
          <p:cNvPr id="13" name="rewrite-slide3-logic-node-3">
            <a:extLst xmlns:a="http://schemas.openxmlformats.org/drawingml/2006/main">
              <a:ext uri="{FF2B5EF4-FFF2-40B4-BE49-F238E27FC236}">
                <a16:creationId xmlns:a16="http://schemas.microsoft.com/office/drawing/2014/main" id="{445A8E7F-F69F-473C-AB99-B062A5A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rewrite-slide3-logic-number-3">
            <a:extLst xmlns:a="http://schemas.openxmlformats.org/drawingml/2006/main">
              <a:ext uri="{FF2B5EF4-FFF2-40B4-BE49-F238E27FC236}">
                <a16:creationId xmlns:a16="http://schemas.microsoft.com/office/drawing/2014/main" id="{EAA8BA28-3202-4095-8D10-D26688FC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62225"/>
            <a:ext cx="58864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5" name="rewrite-slide3-logic-step-title-3">
            <a:extLst xmlns:a="http://schemas.openxmlformats.org/drawingml/2006/main">
              <a:ext uri="{FF2B5EF4-FFF2-40B4-BE49-F238E27FC236}">
                <a16:creationId xmlns:a16="http://schemas.microsoft.com/office/drawing/2014/main" id="{3E2255AD-1142-4831-B06D-FB501071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33725"/>
            <a:ext cx="60769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形成结果</a:t>
            </a:r>
          </a:p>
        </p:txBody>
      </p:sp>
      <p:sp>
        <p:nvSpPr>
          <p:cNvPr id="16" name="rewrite-slide3-logic-step-body-3">
            <a:extLst xmlns:a="http://schemas.openxmlformats.org/drawingml/2006/main">
              <a:ext uri="{FF2B5EF4-FFF2-40B4-BE49-F238E27FC236}">
                <a16:creationId xmlns:a16="http://schemas.microsoft.com/office/drawing/2014/main" id="{9C87F70C-5B1E-4A8C-AE87-4160DE1E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60769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输出诊断现象
事实证据与候选原因</a:t>
            </a:r>
          </a:p>
        </p:txBody>
      </p:sp>
      <p:sp>
        <p:nvSpPr>
          <p:cNvPr id="17" name="rewrite-slide3-logic-node-4">
            <a:extLst xmlns:a="http://schemas.openxmlformats.org/drawingml/2006/main">
              <a:ext uri="{FF2B5EF4-FFF2-40B4-BE49-F238E27FC236}">
                <a16:creationId xmlns:a16="http://schemas.microsoft.com/office/drawing/2014/main" id="{36997955-D49D-40A3-BC58-CD367B8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rewrite-slide3-logic-number-4">
            <a:extLst xmlns:a="http://schemas.openxmlformats.org/drawingml/2006/main">
              <a:ext uri="{FF2B5EF4-FFF2-40B4-BE49-F238E27FC236}">
                <a16:creationId xmlns:a16="http://schemas.microsoft.com/office/drawing/2014/main" id="{14ECC40B-9666-4DBB-87E4-FA24FF81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62225"/>
            <a:ext cx="31051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9" name="rewrite-slide3-logic-step-title-4">
            <a:extLst xmlns:a="http://schemas.openxmlformats.org/drawingml/2006/main">
              <a:ext uri="{FF2B5EF4-FFF2-40B4-BE49-F238E27FC236}">
                <a16:creationId xmlns:a16="http://schemas.microsoft.com/office/drawing/2014/main" id="{B44A3CF0-8DBC-460D-BE55-1ED3FF09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33725"/>
            <a:ext cx="32956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建议下一步</a:t>
            </a:r>
          </a:p>
        </p:txBody>
      </p:sp>
      <p:sp>
        <p:nvSpPr>
          <p:cNvPr id="20" name="rewrite-slide3-logic-step-body-4">
            <a:extLst xmlns:a="http://schemas.openxmlformats.org/drawingml/2006/main">
              <a:ext uri="{FF2B5EF4-FFF2-40B4-BE49-F238E27FC236}">
                <a16:creationId xmlns:a16="http://schemas.microsoft.com/office/drawing/2014/main" id="{9B9E3446-25C5-40CE-8A10-9C003028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14725"/>
            <a:ext cx="32956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证据充分则结束
否则推荐后续 Skill</a:t>
            </a:r>
          </a:p>
        </p:txBody>
      </p:sp>
      <p:sp>
        <p:nvSpPr>
          <p:cNvPr id="21" name="rewrite-slide3-bottom-divider">
            <a:extLst xmlns:a="http://schemas.openxmlformats.org/drawingml/2006/main">
              <a:ext uri="{FF2B5EF4-FFF2-40B4-BE49-F238E27FC236}">
                <a16:creationId xmlns:a16="http://schemas.microsoft.com/office/drawing/2014/main" id="{7B14B625-16FC-476D-9102-96532D17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rewrite-slide3-beam-title">
            <a:extLst xmlns:a="http://schemas.openxmlformats.org/drawingml/2006/main">
              <a:ext uri="{FF2B5EF4-FFF2-40B4-BE49-F238E27FC236}">
                <a16:creationId xmlns:a16="http://schemas.microsoft.com/office/drawing/2014/main" id="{D51D115F-5E06-476F-8B3D-CC9971BD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7919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束流诊断链</a:t>
            </a:r>
          </a:p>
        </p:txBody>
      </p:sp>
      <p:sp>
        <p:nvSpPr>
          <p:cNvPr id="23" name="rewrite-slide3-beam-step-1">
            <a:extLst xmlns:a="http://schemas.openxmlformats.org/drawingml/2006/main">
              <a:ext uri="{FF2B5EF4-FFF2-40B4-BE49-F238E27FC236}">
                <a16:creationId xmlns:a16="http://schemas.microsoft.com/office/drawing/2014/main" id="{F985AF89-D672-41A5-8E16-12530F4A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7919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束流状态识别</a:t>
            </a:r>
          </a:p>
        </p:txBody>
      </p:sp>
      <p:sp>
        <p:nvSpPr>
          <p:cNvPr id="24" name="rewrite-slide3-beam-step-1-body">
            <a:extLst xmlns:a="http://schemas.openxmlformats.org/drawingml/2006/main">
              <a:ext uri="{FF2B5EF4-FFF2-40B4-BE49-F238E27FC236}">
                <a16:creationId xmlns:a16="http://schemas.microsoft.com/office/drawing/2014/main" id="{246F61EC-A011-4730-A092-A7169244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791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识别正常、掉束、衰减或恒流中断</a:t>
            </a:r>
          </a:p>
        </p:txBody>
      </p:sp>
      <p:sp>
        <p:nvSpPr>
          <p:cNvPr id="25" name="rewrite-slide3-beam-arrow">
            <a:extLst xmlns:a="http://schemas.openxmlformats.org/drawingml/2006/main">
              <a:ext uri="{FF2B5EF4-FFF2-40B4-BE49-F238E27FC236}">
                <a16:creationId xmlns:a16="http://schemas.microsoft.com/office/drawing/2014/main" id="{CE6F2CF4-EC5C-4FA0-9958-94F1468C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29225"/>
            <a:ext cx="9744075" cy="1628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6" name="rewrite-slide3-beam-step-2">
            <a:extLst xmlns:a="http://schemas.openxmlformats.org/drawingml/2006/main">
              <a:ext uri="{FF2B5EF4-FFF2-40B4-BE49-F238E27FC236}">
                <a16:creationId xmlns:a16="http://schemas.microsoft.com/office/drawing/2014/main" id="{00D10524-C517-448B-9E5D-186080DB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86350"/>
            <a:ext cx="92964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根据现象继续排查</a:t>
            </a:r>
          </a:p>
        </p:txBody>
      </p:sp>
      <p:sp>
        <p:nvSpPr>
          <p:cNvPr id="27" name="rewrite-slide3-beam-step-2-body">
            <a:extLst xmlns:a="http://schemas.openxmlformats.org/drawingml/2006/main">
              <a:ext uri="{FF2B5EF4-FFF2-40B4-BE49-F238E27FC236}">
                <a16:creationId xmlns:a16="http://schemas.microsoft.com/office/drawing/2014/main" id="{5B4678A0-02FD-4F81-A13B-0582125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92964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衰减原因分析
四极铁电源排查</a:t>
            </a:r>
          </a:p>
        </p:txBody>
      </p:sp>
      <p:sp>
        <p:nvSpPr>
          <p:cNvPr id="28" name="rewrite-slide3-domain-divider">
            <a:extLst xmlns:a="http://schemas.openxmlformats.org/drawingml/2006/main">
              <a:ext uri="{FF2B5EF4-FFF2-40B4-BE49-F238E27FC236}">
                <a16:creationId xmlns:a16="http://schemas.microsoft.com/office/drawing/2014/main" id="{75EBC11E-AEE3-42F8-A177-03F3F56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91050"/>
            <a:ext cx="9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rewrite-slide3-pss-title">
            <a:extLst xmlns:a="http://schemas.openxmlformats.org/drawingml/2006/main">
              <a:ext uri="{FF2B5EF4-FFF2-40B4-BE49-F238E27FC236}">
                <a16:creationId xmlns:a16="http://schemas.microsoft.com/office/drawing/2014/main" id="{4CAC7EA3-3AE3-4AC8-A0EC-B774CF6F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58483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PSS 联锁诊断链</a:t>
            </a:r>
          </a:p>
        </p:txBody>
      </p:sp>
      <p:sp>
        <p:nvSpPr>
          <p:cNvPr id="30" name="rewrite-slide3-pss-step-1">
            <a:extLst xmlns:a="http://schemas.openxmlformats.org/drawingml/2006/main">
              <a:ext uri="{FF2B5EF4-FFF2-40B4-BE49-F238E27FC236}">
                <a16:creationId xmlns:a16="http://schemas.microsoft.com/office/drawing/2014/main" id="{A77E3B6A-695A-4C5E-A69D-D5AFEC7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58483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识别联锁状态变化</a:t>
            </a:r>
          </a:p>
        </p:txBody>
      </p:sp>
      <p:sp>
        <p:nvSpPr>
          <p:cNvPr id="31" name="rewrite-slide3-pss-step-1-body">
            <a:extLst xmlns:a="http://schemas.openxmlformats.org/drawingml/2006/main">
              <a:ext uri="{FF2B5EF4-FFF2-40B4-BE49-F238E27FC236}">
                <a16:creationId xmlns:a16="http://schemas.microsoft.com/office/drawing/2014/main" id="{18815166-AF2D-4445-A343-5BD8249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10200"/>
            <a:ext cx="58483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interlocked → unlocked
状态变化</a:t>
            </a:r>
          </a:p>
        </p:txBody>
      </p:sp>
      <p:sp>
        <p:nvSpPr>
          <p:cNvPr id="32" name="rewrite-slide3-pss-arrow">
            <a:extLst xmlns:a="http://schemas.openxmlformats.org/drawingml/2006/main">
              <a:ext uri="{FF2B5EF4-FFF2-40B4-BE49-F238E27FC236}">
                <a16:creationId xmlns:a16="http://schemas.microsoft.com/office/drawing/2014/main" id="{BC4EFF0B-16B8-4AFE-8118-DDF0578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29225"/>
            <a:ext cx="3609975" cy="1628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3" name="rewrite-slide3-pss-step-2">
            <a:extLst xmlns:a="http://schemas.openxmlformats.org/drawingml/2006/main">
              <a:ext uri="{FF2B5EF4-FFF2-40B4-BE49-F238E27FC236}">
                <a16:creationId xmlns:a16="http://schemas.microsoft.com/office/drawing/2014/main" id="{FC7181E2-2EA2-48BE-9C61-6C0041F7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31623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回溯相关状态信号</a:t>
            </a:r>
          </a:p>
        </p:txBody>
      </p:sp>
      <p:sp>
        <p:nvSpPr>
          <p:cNvPr id="34" name="rewrite-slide3-pss-step-2-body">
            <a:extLst xmlns:a="http://schemas.openxmlformats.org/drawingml/2006/main">
              <a:ext uri="{FF2B5EF4-FFF2-40B4-BE49-F238E27FC236}">
                <a16:creationId xmlns:a16="http://schemas.microsoft.com/office/drawing/2014/main" id="{31F00E00-0966-4670-B0EF-C6EB65D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10200"/>
            <a:ext cx="31623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回溯门、急停、剂量、PLC/IO
等信号，定位主要原因</a:t>
            </a:r>
          </a:p>
        </p:txBody>
      </p:sp>
      <p:sp>
        <p:nvSpPr>
          <p:cNvPr id="35" name="rewrite-slide3-value">
            <a:extLst xmlns:a="http://schemas.openxmlformats.org/drawingml/2006/main">
              <a:ext uri="{FF2B5EF4-FFF2-40B4-BE49-F238E27FC236}">
                <a16:creationId xmlns:a16="http://schemas.microsoft.com/office/drawing/2014/main" id="{527CBD1C-A82B-4313-9FAF-73E01EA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791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价值：诊断知识可复用、能力可组合、结果可验证，新故障类型可以按相同结构继续扩展</a:t>
            </a:r>
          </a:p>
        </p:txBody>
      </p:sp>
      <p:sp>
        <p:nvSpPr>
          <p:cNvPr id="36" name="page-3">
            <a:extLst xmlns:a="http://schemas.openxmlformats.org/drawingml/2006/main">
              <a:ext uri="{FF2B5EF4-FFF2-40B4-BE49-F238E27FC236}">
                <a16:creationId xmlns:a16="http://schemas.microsoft.com/office/drawing/2014/main" id="{6CDF65F3-ACB9-4161-A607-2510C5D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5156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2026-07-24T02:16:58.1390000Z</dcterms:created>
  <dcterms:modified xsi:type="dcterms:W3CDTF">2026-07-24T02:16:58.1390000Z</dcterms:modified>
</coreProperties>
</file>